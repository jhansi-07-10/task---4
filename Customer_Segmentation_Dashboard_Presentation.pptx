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9" r:id="rId4"/>
    <p:sldId id="262" r:id="rId5"/>
    <p:sldId id="263" r:id="rId6"/>
    <p:sldId id="264" r:id="rId7"/>
    <p:sldId id="265" r:id="rId8"/>
    <p:sldId id="266" r:id="rId9"/>
    <p:sldId id="260" r:id="rId10"/>
    <p:sldId id="258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21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7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00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89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0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86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43579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8468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5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176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52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/>
              <a:t>Customer Segmentation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Project | Dashboard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This dashboard visualizes key metrics from a customer dataset including:</a:t>
            </a:r>
          </a:p>
          <a:p>
            <a:r>
              <a:rPr sz="2400" dirty="0"/>
              <a:t>- Total Annual Income and Spending Score</a:t>
            </a:r>
          </a:p>
          <a:p>
            <a:r>
              <a:rPr sz="2400" dirty="0"/>
              <a:t>- Customer Demographics (Gender, Age)</a:t>
            </a:r>
          </a:p>
          <a:p>
            <a:r>
              <a:rPr sz="2400" dirty="0"/>
              <a:t>- Gender-wise distribution and comparison</a:t>
            </a:r>
          </a:p>
          <a:p>
            <a:r>
              <a:rPr sz="2400" dirty="0"/>
              <a:t>- Data source: Mall Customers Dataset (cleaned)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014195"/>
            <a:ext cx="7680960" cy="4020846"/>
          </a:xfrm>
        </p:spPr>
        <p:txBody>
          <a:bodyPr/>
          <a:lstStyle/>
          <a:p>
            <a:r>
              <a:rPr sz="2400" dirty="0"/>
              <a:t>- </a:t>
            </a:r>
            <a:r>
              <a:rPr sz="2400" b="1" dirty="0"/>
              <a:t>Donut Chart</a:t>
            </a:r>
            <a:r>
              <a:rPr sz="2400" dirty="0"/>
              <a:t>: Age vs. Income Summary</a:t>
            </a:r>
          </a:p>
          <a:p>
            <a:r>
              <a:rPr sz="2400" dirty="0"/>
              <a:t>- </a:t>
            </a:r>
            <a:r>
              <a:rPr sz="2400" b="1" dirty="0"/>
              <a:t>Bar Chart</a:t>
            </a:r>
            <a:r>
              <a:rPr sz="2400" dirty="0"/>
              <a:t>: Spending Score by Gender</a:t>
            </a:r>
          </a:p>
          <a:p>
            <a:r>
              <a:rPr sz="2400" dirty="0"/>
              <a:t>- </a:t>
            </a:r>
            <a:r>
              <a:rPr sz="2400" b="1" dirty="0"/>
              <a:t>Pie Chart</a:t>
            </a:r>
            <a:r>
              <a:rPr sz="2400" dirty="0"/>
              <a:t>: Income by Gender</a:t>
            </a:r>
          </a:p>
          <a:p>
            <a:r>
              <a:rPr sz="2400" dirty="0"/>
              <a:t>- </a:t>
            </a:r>
            <a:r>
              <a:rPr sz="2400" b="1" dirty="0"/>
              <a:t>Gauge Chart</a:t>
            </a:r>
            <a:r>
              <a:rPr sz="2400" dirty="0"/>
              <a:t>: Customer Count</a:t>
            </a:r>
          </a:p>
          <a:p>
            <a:r>
              <a:rPr sz="2400" dirty="0"/>
              <a:t>- </a:t>
            </a:r>
            <a:r>
              <a:rPr sz="2400" b="1" dirty="0"/>
              <a:t>Area Chart</a:t>
            </a:r>
            <a:r>
              <a:rPr sz="2400" dirty="0"/>
              <a:t>: Gender-based Spending Score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Donut Chart: Sum of Age and Annual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494" y="2238292"/>
            <a:ext cx="4536219" cy="4116788"/>
          </a:xfrm>
        </p:spPr>
        <p:txBody>
          <a:bodyPr>
            <a:normAutofit/>
          </a:bodyPr>
          <a:lstStyle/>
          <a:p>
            <a:r>
              <a:rPr sz="2000" dirty="0"/>
              <a:t>This donut chart compares the total sum of customer ages and their annual income (in k$).</a:t>
            </a:r>
          </a:p>
          <a:p>
            <a:r>
              <a:rPr sz="2000" dirty="0"/>
              <a:t>- Total Annual Income contributes ~60.92%</a:t>
            </a:r>
          </a:p>
          <a:p>
            <a:r>
              <a:rPr sz="2000" dirty="0"/>
              <a:t>- Total Age contributes ~39.08%</a:t>
            </a:r>
          </a:p>
          <a:p>
            <a:r>
              <a:rPr sz="2000" dirty="0"/>
              <a:t>This gives a quick view of overall customer age versus their combined earning.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40FB3C-FDFF-4DCA-A02A-FFF2164C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713" y="2411233"/>
            <a:ext cx="3848637" cy="30007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 Visuals and Gauge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383" y="2107096"/>
            <a:ext cx="4731026" cy="3927944"/>
          </a:xfrm>
        </p:spPr>
        <p:txBody>
          <a:bodyPr>
            <a:normAutofit/>
          </a:bodyPr>
          <a:lstStyle/>
          <a:p>
            <a:r>
              <a:rPr sz="2000" dirty="0"/>
              <a:t>- Card KPIs provide high-level metrics:</a:t>
            </a:r>
          </a:p>
          <a:p>
            <a:r>
              <a:rPr sz="2000" dirty="0"/>
              <a:t>   - Total Customers: 200</a:t>
            </a:r>
          </a:p>
          <a:p>
            <a:r>
              <a:rPr sz="2000" dirty="0"/>
              <a:t>   - Total Annual Income: 12,000 k$</a:t>
            </a:r>
          </a:p>
          <a:p>
            <a:r>
              <a:rPr sz="2000" dirty="0"/>
              <a:t>   - Total Spending Score: 10,000</a:t>
            </a:r>
          </a:p>
          <a:p>
            <a:r>
              <a:rPr sz="2000" dirty="0"/>
              <a:t>- Gauge Chart confirms customer count (200 out of a 400 scale).</a:t>
            </a:r>
          </a:p>
          <a:p>
            <a:r>
              <a:rPr sz="2000" dirty="0"/>
              <a:t>Useful for executive summary and quick health-check.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190BA5-43BA-4D7C-B22A-AE0647B07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835" y="2421018"/>
            <a:ext cx="3746737" cy="263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Bar Chart: Spending Score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103120"/>
            <a:ext cx="3840480" cy="3931920"/>
          </a:xfrm>
        </p:spPr>
        <p:txBody>
          <a:bodyPr>
            <a:normAutofit/>
          </a:bodyPr>
          <a:lstStyle/>
          <a:p>
            <a:r>
              <a:rPr sz="2000" dirty="0"/>
              <a:t>This bar chart shows total spending score (scale 1–100) split by gender.</a:t>
            </a:r>
          </a:p>
          <a:p>
            <a:r>
              <a:rPr sz="2000" dirty="0"/>
              <a:t>- Female customers have a higher spending score (~6K)</a:t>
            </a:r>
          </a:p>
          <a:p>
            <a:r>
              <a:rPr sz="2000" dirty="0"/>
              <a:t>- Male customers show ~4K spending score</a:t>
            </a:r>
          </a:p>
          <a:p>
            <a:r>
              <a:rPr sz="2000" dirty="0"/>
              <a:t>Indicates higher engagement from female customers.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DC0DA8-7D30-45F7-8DCE-5E4DD0DC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557" y="2014194"/>
            <a:ext cx="3999120" cy="37438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Pie Chart: Annual Income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494" y="2480807"/>
            <a:ext cx="4218167" cy="3931920"/>
          </a:xfrm>
        </p:spPr>
        <p:txBody>
          <a:bodyPr>
            <a:normAutofit/>
          </a:bodyPr>
          <a:lstStyle/>
          <a:p>
            <a:r>
              <a:rPr sz="2000" dirty="0"/>
              <a:t>Pie chart compares total annual income by gender.</a:t>
            </a:r>
          </a:p>
          <a:p>
            <a:r>
              <a:rPr sz="2000" dirty="0"/>
              <a:t>- Female customers contribute ~54.79% (~7K)</a:t>
            </a:r>
          </a:p>
          <a:p>
            <a:r>
              <a:rPr sz="2000" dirty="0"/>
              <a:t>- Male customers contribute ~45.21% (~5K)</a:t>
            </a:r>
          </a:p>
          <a:p>
            <a:r>
              <a:rPr sz="2000" dirty="0"/>
              <a:t>Relatively balanced income distribution</a:t>
            </a:r>
            <a:r>
              <a:rPr sz="24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CA0894-D077-4DFA-869F-D97C8ED92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805" y="2163280"/>
            <a:ext cx="3844701" cy="34324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Area Chart: Spending Score Trend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283486"/>
            <a:ext cx="4118776" cy="3931920"/>
          </a:xfrm>
        </p:spPr>
        <p:txBody>
          <a:bodyPr>
            <a:normAutofit/>
          </a:bodyPr>
          <a:lstStyle/>
          <a:p>
            <a:r>
              <a:rPr sz="2000" dirty="0"/>
              <a:t>Area chart visualizes cumulative spending scores by gender.</a:t>
            </a:r>
          </a:p>
          <a:p>
            <a:r>
              <a:rPr sz="2000" dirty="0"/>
              <a:t>- Female segment shows a higher cumulative score</a:t>
            </a:r>
          </a:p>
          <a:p>
            <a:r>
              <a:rPr sz="2000" dirty="0"/>
              <a:t>- Helps identify trend patterns and customer group strength</a:t>
            </a:r>
          </a:p>
          <a:p>
            <a:r>
              <a:rPr sz="2000" dirty="0"/>
              <a:t>Supports decisions on gender-specific marketing strategies.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626C1-50C5-4D06-A24D-A4501BA12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017" y="2350546"/>
            <a:ext cx="3640073" cy="3381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2200" dirty="0"/>
              <a:t>**</a:t>
            </a:r>
            <a:r>
              <a:rPr sz="2200" b="1" dirty="0"/>
              <a:t>Key KPIs:**</a:t>
            </a:r>
          </a:p>
          <a:p>
            <a:r>
              <a:rPr sz="2200" dirty="0"/>
              <a:t>- Total Customers: 200</a:t>
            </a:r>
          </a:p>
          <a:p>
            <a:r>
              <a:rPr sz="2200" dirty="0"/>
              <a:t>- Total Spending Score: 10,000</a:t>
            </a:r>
          </a:p>
          <a:p>
            <a:r>
              <a:rPr sz="2200" dirty="0"/>
              <a:t>- Total Annual Income: 12,000 k$</a:t>
            </a:r>
          </a:p>
          <a:p>
            <a:endParaRPr sz="2200" dirty="0"/>
          </a:p>
          <a:p>
            <a:r>
              <a:rPr sz="2200" b="1" dirty="0"/>
              <a:t>**Insights:**</a:t>
            </a:r>
          </a:p>
          <a:p>
            <a:r>
              <a:rPr sz="2200" dirty="0"/>
              <a:t>- Female customers show higher spending and income.</a:t>
            </a:r>
          </a:p>
          <a:p>
            <a:r>
              <a:rPr sz="2200" dirty="0"/>
              <a:t>- Gender-wise segmentation reveals valuable patterns.</a:t>
            </a:r>
          </a:p>
          <a:p>
            <a:r>
              <a:rPr sz="2200" dirty="0"/>
              <a:t>- Potential to target high-value customer groups through personalized offers.</a:t>
            </a:r>
          </a:p>
          <a:p>
            <a:r>
              <a:rPr sz="2200" dirty="0"/>
              <a:t>- Foundation for deeper segmentation using clustering or ML.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Total Customers: 200</a:t>
            </a:r>
          </a:p>
          <a:p>
            <a:r>
              <a:rPr sz="2400" dirty="0"/>
              <a:t>- Total Annual Income: 12,000 k$</a:t>
            </a:r>
          </a:p>
          <a:p>
            <a:r>
              <a:rPr sz="2400" dirty="0"/>
              <a:t>- Total Spending Score: 10,000</a:t>
            </a:r>
          </a:p>
          <a:p>
            <a:r>
              <a:rPr sz="2400" dirty="0"/>
              <a:t>- Female customers have:</a:t>
            </a:r>
          </a:p>
          <a:p>
            <a:r>
              <a:rPr sz="2400" dirty="0"/>
              <a:t>   - Higher spending score (approx. 6K)</a:t>
            </a:r>
          </a:p>
          <a:p>
            <a:r>
              <a:rPr sz="2400" dirty="0"/>
              <a:t>   - Slightly higher annual income contribution (~7K vs 5K)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294" y="165516"/>
            <a:ext cx="7680960" cy="1371600"/>
          </a:xfrm>
        </p:spPr>
        <p:txBody>
          <a:bodyPr/>
          <a:lstStyle/>
          <a:p>
            <a:r>
              <a:rPr dirty="0"/>
              <a:t>Dashboard Screenshot</a:t>
            </a:r>
          </a:p>
        </p:txBody>
      </p:sp>
      <p:pic>
        <p:nvPicPr>
          <p:cNvPr id="3" name="Picture 2" descr="Screenshot 2025-05-31 2117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38" y="1451112"/>
            <a:ext cx="8120324" cy="45720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17</TotalTime>
  <Words>450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Garamond</vt:lpstr>
      <vt:lpstr>Savon</vt:lpstr>
      <vt:lpstr>Customer Segmentation Dashboard</vt:lpstr>
      <vt:lpstr>Dashboard Overview</vt:lpstr>
      <vt:lpstr>Visual Components</vt:lpstr>
      <vt:lpstr>Donut Chart: Sum of Age and Annual Income</vt:lpstr>
      <vt:lpstr>Card Visuals and Gauge Chart</vt:lpstr>
      <vt:lpstr>Bar Chart: Spending Score by Gender</vt:lpstr>
      <vt:lpstr>Pie Chart: Annual Income by Gender</vt:lpstr>
      <vt:lpstr>Area Chart: Spending Score Trend by Gender</vt:lpstr>
      <vt:lpstr>Insights and Recommendations</vt:lpstr>
      <vt:lpstr>Key Metrics Summary</vt:lpstr>
      <vt:lpstr>Dashboard Screenshot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Dashboard</dc:title>
  <dc:subject/>
  <dc:creator>HP</dc:creator>
  <cp:keywords/>
  <dc:description>generated using python-pptx</dc:description>
  <cp:lastModifiedBy>MANDUGULA JHANSI LAKSHMI</cp:lastModifiedBy>
  <cp:revision>3</cp:revision>
  <dcterms:created xsi:type="dcterms:W3CDTF">2013-01-27T09:14:16Z</dcterms:created>
  <dcterms:modified xsi:type="dcterms:W3CDTF">2025-05-31T16:08:15Z</dcterms:modified>
  <cp:category/>
</cp:coreProperties>
</file>